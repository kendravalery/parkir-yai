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C003-DC34-1DF8-0FCF-A133DF49F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A7EDD-2AED-931C-D165-2FBFCD9A3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BA57C-7057-DB58-2FF0-640CA159C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951D-7AC4-4463-B492-89B120A7BFB8}" type="datetimeFigureOut">
              <a:rPr lang="en-ID" smtClean="0"/>
              <a:t>18/03/2026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24FC3-0C2C-4F61-62D4-B5CFEA4F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6519B-65E3-7C66-6296-0BEBE8F92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F1D3-BDE1-44CA-A056-5B21516C40D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97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356B-67CF-DC93-6D1C-2DA5956C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6593F-14FF-94EC-4B93-4A0F879B8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1F883-F400-29B3-CF1B-65ACF40FC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951D-7AC4-4463-B492-89B120A7BFB8}" type="datetimeFigureOut">
              <a:rPr lang="en-ID" smtClean="0"/>
              <a:t>18/03/2026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7CDD6-1875-6F2C-52EA-86F8557C4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81822-394D-1AA3-BE1A-6B5D69AEC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F1D3-BDE1-44CA-A056-5B21516C40D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1299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E957-F0CD-B635-11C2-BB5F0931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47D19-77CD-97A5-0A2F-C919FE7C7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714D1-0484-E0E5-8A1C-08B14AE5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951D-7AC4-4463-B492-89B120A7BFB8}" type="datetimeFigureOut">
              <a:rPr lang="en-ID" smtClean="0"/>
              <a:t>18/03/2026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F104F-822A-E937-82A3-65C029DC1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CB548-DDA1-B4B5-5633-4C3DBD35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F1D3-BDE1-44CA-A056-5B21516C40D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6035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F63E-C481-69D9-D04F-2DFC8A40F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95C75-C64F-EB78-0261-350FB84AE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33C25-B6B2-7016-BDB0-9B616A1DE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C79A5-73F7-AEB7-B6F6-413F92B4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951D-7AC4-4463-B492-89B120A7BFB8}" type="datetimeFigureOut">
              <a:rPr lang="en-ID" smtClean="0"/>
              <a:t>18/03/2026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E8304-A2E2-B44B-C945-A2627933A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293C8-EDCB-0726-4FB9-9DEB1694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F1D3-BDE1-44CA-A056-5B21516C40D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3773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0EA01-F8D8-64A0-4304-D528F54E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097A7-B9C7-8B7C-6EBC-DA31D30F4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B9229-03C2-538C-7C0A-22A5B8849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295179-FA14-406B-E784-E5972CC3C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FDE685-6B51-2E8C-7FC4-5F35EB181D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40C039-CE7E-7F3D-E151-8BD80985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951D-7AC4-4463-B492-89B120A7BFB8}" type="datetimeFigureOut">
              <a:rPr lang="en-ID" smtClean="0"/>
              <a:t>18/03/2026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51B535-DDCF-76EB-1890-729BE7D71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043D40-D599-8FEE-79B2-E2BA9B0C3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F1D3-BDE1-44CA-A056-5B21516C40D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9906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18CE9-571A-36CA-C98E-9913D9505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35F2A-21F7-DD78-1984-99E649AAB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951D-7AC4-4463-B492-89B120A7BFB8}" type="datetimeFigureOut">
              <a:rPr lang="en-ID" smtClean="0"/>
              <a:t>18/03/2026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B4069-7473-84A7-B8D9-55AC2BF61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E6DB5-7064-FDC2-161F-26BC89ACD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F1D3-BDE1-44CA-A056-5B21516C40D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361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E96630-4685-E877-A3C4-1AA0E067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951D-7AC4-4463-B492-89B120A7BFB8}" type="datetimeFigureOut">
              <a:rPr lang="en-ID" smtClean="0"/>
              <a:t>18/03/2026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9EB4F-29EB-1F58-BAEE-4DA094C30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1F835-2B53-4BFB-7F37-EB8D1404F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F1D3-BDE1-44CA-A056-5B21516C40D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6788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C530-BE52-B257-F3B3-066107381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56101-FE57-3BBB-FE7E-684A14598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FAFDCF-07B6-53A9-3F82-19657D65A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D61D6-B53C-42E4-0696-373E1396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951D-7AC4-4463-B492-89B120A7BFB8}" type="datetimeFigureOut">
              <a:rPr lang="en-ID" smtClean="0"/>
              <a:t>18/03/2026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CBA4-47C8-6039-2AEF-666A7F16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F6B09-49D7-402C-4F90-E27E605D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F1D3-BDE1-44CA-A056-5B21516C40D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602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50D1-DE73-AC78-C67C-045A6929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9E69F5-79CB-9D8B-A0B1-CA37EF5D5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BA652-9A96-F99E-E7D0-A67206F77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E2F0D-7E35-D958-E736-1CC7C1E41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951D-7AC4-4463-B492-89B120A7BFB8}" type="datetimeFigureOut">
              <a:rPr lang="en-ID" smtClean="0"/>
              <a:t>18/03/2026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0DD81-509E-01AD-6E9E-41A3007F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9E784-D4F6-F57B-C728-2F157313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F1D3-BDE1-44CA-A056-5B21516C40D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8235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B3D9B-BE19-21EB-BACD-A8B63720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A2B973-8448-19DF-7175-F8858C734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1968B-FAE5-A5B0-FE96-46F293565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951D-7AC4-4463-B492-89B120A7BFB8}" type="datetimeFigureOut">
              <a:rPr lang="en-ID" smtClean="0"/>
              <a:t>18/03/2026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3F1CC-DDD1-558B-A425-8C13A185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B7DF7-044B-A56E-A536-30C96B49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F1D3-BDE1-44CA-A056-5B21516C40D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215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A96795-35DF-2B66-C5D2-26467083A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34F8E-3240-FEE6-8927-7951F6839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1B932-F553-3E80-1C79-B7642432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951D-7AC4-4463-B492-89B120A7BFB8}" type="datetimeFigureOut">
              <a:rPr lang="en-ID" smtClean="0"/>
              <a:t>18/03/2026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81284-1D00-F17E-D18F-E2EAFA1D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83C10-F060-2494-7333-6D43B364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DF1D3-BDE1-44CA-A056-5B21516C40D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11644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5C931-EEB1-B15B-62B3-DE10A63B5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92A9E-79B3-F740-B060-F83C6AF64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32782-D075-3A67-F930-B34B2C007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9951D-7AC4-4463-B492-89B120A7BFB8}" type="datetimeFigureOut">
              <a:rPr lang="en-ID" smtClean="0"/>
              <a:t>18/03/2026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2AA94-AB1C-BCC4-7E22-2E86A5F01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DEEF6-3B2E-FADD-4684-7EF3C2D5F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DF1D3-BDE1-44CA-A056-5B21516C40D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8653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38F2-AF48-BBEF-E9D4-E92BE11BF4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Nama : kendra </a:t>
            </a:r>
            <a:r>
              <a:rPr lang="en-US" dirty="0" err="1"/>
              <a:t>valery</a:t>
            </a:r>
            <a:r>
              <a:rPr lang="en-US" dirty="0"/>
              <a:t> </a:t>
            </a:r>
            <a:r>
              <a:rPr lang="en-US" dirty="0" err="1"/>
              <a:t>mahardhika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6C805-2D90-B5F4-BA41-A1F0A3D8E8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635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Nama : kendra valery mahardhika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kendra vm</dc:creator>
  <cp:lastModifiedBy>kendra vm</cp:lastModifiedBy>
  <cp:revision>2</cp:revision>
  <dcterms:created xsi:type="dcterms:W3CDTF">2026-03-18T10:33:41Z</dcterms:created>
  <dcterms:modified xsi:type="dcterms:W3CDTF">2026-03-18T10:35:13Z</dcterms:modified>
</cp:coreProperties>
</file>